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78" r:id="rId6"/>
    <p:sldId id="290" r:id="rId7"/>
    <p:sldId id="260" r:id="rId8"/>
    <p:sldId id="261" r:id="rId9"/>
    <p:sldId id="262" r:id="rId10"/>
    <p:sldId id="274" r:id="rId11"/>
    <p:sldId id="275" r:id="rId12"/>
    <p:sldId id="299" r:id="rId13"/>
    <p:sldId id="276" r:id="rId14"/>
    <p:sldId id="277" r:id="rId15"/>
  </p:sldIdLst>
  <p:sldSz cx="9144000" cy="6858000" type="screen4x3"/>
  <p:notesSz cx="6858000" cy="9144000"/>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90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3" d="100"/>
          <a:sy n="63" d="100"/>
        </p:scale>
        <p:origin x="-288" y="-43"/>
      </p:cViewPr>
      <p:guideLst>
        <p:guide orient="horz" pos="2160"/>
        <p:guide pos="290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gs" Target="tags/tag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1" fmla="*/ 0 w 9144000"/>
                <a:gd name="connsiteY0-2" fmla="*/ 1270659 h 1330035"/>
                <a:gd name="connsiteX1-3" fmla="*/ 1674420 w 9144000"/>
                <a:gd name="connsiteY1-4" fmla="*/ 1318160 h 1330035"/>
                <a:gd name="connsiteX2-5" fmla="*/ 4120737 w 9144000"/>
                <a:gd name="connsiteY2-6" fmla="*/ 1199407 h 1330035"/>
                <a:gd name="connsiteX3-7" fmla="*/ 7172696 w 9144000"/>
                <a:gd name="connsiteY3-8" fmla="*/ 760020 h 1330035"/>
                <a:gd name="connsiteX4-9" fmla="*/ 9144000 w 9144000"/>
                <a:gd name="connsiteY4-10" fmla="*/ 0 h 1330035"/>
                <a:gd name="connsiteX0-11" fmla="*/ 0 w 9144000"/>
                <a:gd name="connsiteY0-12" fmla="*/ 1270659 h 1330035"/>
                <a:gd name="connsiteX1-13" fmla="*/ 1674420 w 9144000"/>
                <a:gd name="connsiteY1-14" fmla="*/ 1318160 h 1330035"/>
                <a:gd name="connsiteX2-15" fmla="*/ 4120737 w 9144000"/>
                <a:gd name="connsiteY2-16" fmla="*/ 1199407 h 1330035"/>
                <a:gd name="connsiteX3-17" fmla="*/ 7172696 w 9144000"/>
                <a:gd name="connsiteY3-18" fmla="*/ 760020 h 1330035"/>
                <a:gd name="connsiteX4-19" fmla="*/ 9144000 w 9144000"/>
                <a:gd name="connsiteY4-20" fmla="*/ 0 h 1330035"/>
                <a:gd name="connsiteX0-21" fmla="*/ 0 w 9144000"/>
                <a:gd name="connsiteY0-22" fmla="*/ 1270659 h 1330035"/>
                <a:gd name="connsiteX1-23" fmla="*/ 1674420 w 9144000"/>
                <a:gd name="connsiteY1-24" fmla="*/ 1318160 h 1330035"/>
                <a:gd name="connsiteX2-25" fmla="*/ 4120737 w 9144000"/>
                <a:gd name="connsiteY2-26" fmla="*/ 1199407 h 1330035"/>
                <a:gd name="connsiteX3-27" fmla="*/ 7172696 w 9144000"/>
                <a:gd name="connsiteY3-28" fmla="*/ 760020 h 1330035"/>
                <a:gd name="connsiteX4-29" fmla="*/ 9144000 w 9144000"/>
                <a:gd name="connsiteY4-30" fmla="*/ 0 h 1330035"/>
                <a:gd name="connsiteX0-31" fmla="*/ 0 w 9144000"/>
                <a:gd name="connsiteY0-32" fmla="*/ 1116279 h 1175655"/>
                <a:gd name="connsiteX1-33" fmla="*/ 1674420 w 9144000"/>
                <a:gd name="connsiteY1-34" fmla="*/ 1163780 h 1175655"/>
                <a:gd name="connsiteX2-35" fmla="*/ 4120737 w 9144000"/>
                <a:gd name="connsiteY2-36" fmla="*/ 1045027 h 1175655"/>
                <a:gd name="connsiteX3-37" fmla="*/ 7172696 w 9144000"/>
                <a:gd name="connsiteY3-38" fmla="*/ 605640 h 1175655"/>
                <a:gd name="connsiteX4-39" fmla="*/ 9144000 w 9144000"/>
                <a:gd name="connsiteY4-40" fmla="*/ 0 h 117565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1" fmla="*/ 0 w 1261499"/>
                <a:gd name="connsiteY0-2" fmla="*/ 105098 h 1388236"/>
                <a:gd name="connsiteX1-3" fmla="*/ 56357 w 1261499"/>
                <a:gd name="connsiteY1-4" fmla="*/ 0 h 1388236"/>
                <a:gd name="connsiteX2-5" fmla="*/ 865241 w 1261499"/>
                <a:gd name="connsiteY2-6" fmla="*/ 0 h 1388236"/>
                <a:gd name="connsiteX3-7" fmla="*/ 1261499 w 1261499"/>
                <a:gd name="connsiteY3-8" fmla="*/ 694118 h 1388236"/>
                <a:gd name="connsiteX4-9" fmla="*/ 865241 w 1261499"/>
                <a:gd name="connsiteY4-10" fmla="*/ 1388236 h 1388236"/>
                <a:gd name="connsiteX5-11" fmla="*/ 56357 w 1261499"/>
                <a:gd name="connsiteY5-12" fmla="*/ 1388236 h 1388236"/>
                <a:gd name="connsiteX6-13" fmla="*/ 0 w 1261499"/>
                <a:gd name="connsiteY6-14" fmla="*/ 105098 h 1388236"/>
                <a:gd name="connsiteX0-15" fmla="*/ 0 w 1261499"/>
                <a:gd name="connsiteY0-16" fmla="*/ 105098 h 1388236"/>
                <a:gd name="connsiteX1-17" fmla="*/ 56357 w 1261499"/>
                <a:gd name="connsiteY1-18" fmla="*/ 0 h 1388236"/>
                <a:gd name="connsiteX2-19" fmla="*/ 865241 w 1261499"/>
                <a:gd name="connsiteY2-20" fmla="*/ 0 h 1388236"/>
                <a:gd name="connsiteX3-21" fmla="*/ 1261499 w 1261499"/>
                <a:gd name="connsiteY3-22" fmla="*/ 694118 h 1388236"/>
                <a:gd name="connsiteX4-23" fmla="*/ 865241 w 1261499"/>
                <a:gd name="connsiteY4-24" fmla="*/ 1388236 h 1388236"/>
                <a:gd name="connsiteX5-25" fmla="*/ 744578 w 1261499"/>
                <a:gd name="connsiteY5-26" fmla="*/ 1387893 h 1388236"/>
                <a:gd name="connsiteX6-27" fmla="*/ 0 w 1261499"/>
                <a:gd name="connsiteY6-28" fmla="*/ 105098 h 13882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1" fmla="*/ 0 w 1601400"/>
                <a:gd name="connsiteY0-2" fmla="*/ 694118 h 1388236"/>
                <a:gd name="connsiteX1-3" fmla="*/ 396258 w 1601400"/>
                <a:gd name="connsiteY1-4" fmla="*/ 0 h 1388236"/>
                <a:gd name="connsiteX2-5" fmla="*/ 474029 w 1601400"/>
                <a:gd name="connsiteY2-6" fmla="*/ 4016 h 1388236"/>
                <a:gd name="connsiteX3-7" fmla="*/ 1601400 w 1601400"/>
                <a:gd name="connsiteY3-8" fmla="*/ 694118 h 1388236"/>
                <a:gd name="connsiteX4-9" fmla="*/ 1205142 w 1601400"/>
                <a:gd name="connsiteY4-10" fmla="*/ 1388236 h 1388236"/>
                <a:gd name="connsiteX5-11" fmla="*/ 396258 w 1601400"/>
                <a:gd name="connsiteY5-12" fmla="*/ 1388236 h 1388236"/>
                <a:gd name="connsiteX6-13" fmla="*/ 0 w 1601400"/>
                <a:gd name="connsiteY6-14" fmla="*/ 694118 h 1388236"/>
                <a:gd name="connsiteX0-15" fmla="*/ 0 w 1243407"/>
                <a:gd name="connsiteY0-16" fmla="*/ 694118 h 1388236"/>
                <a:gd name="connsiteX1-17" fmla="*/ 396258 w 1243407"/>
                <a:gd name="connsiteY1-18" fmla="*/ 0 h 1388236"/>
                <a:gd name="connsiteX2-19" fmla="*/ 474029 w 1243407"/>
                <a:gd name="connsiteY2-20" fmla="*/ 4016 h 1388236"/>
                <a:gd name="connsiteX3-21" fmla="*/ 1243407 w 1243407"/>
                <a:gd name="connsiteY3-22" fmla="*/ 1325983 h 1388236"/>
                <a:gd name="connsiteX4-23" fmla="*/ 1205142 w 1243407"/>
                <a:gd name="connsiteY4-24" fmla="*/ 1388236 h 1388236"/>
                <a:gd name="connsiteX5-25" fmla="*/ 396258 w 1243407"/>
                <a:gd name="connsiteY5-26" fmla="*/ 1388236 h 1388236"/>
                <a:gd name="connsiteX6-27" fmla="*/ 0 w 1243407"/>
                <a:gd name="connsiteY6-28" fmla="*/ 694118 h 13882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1" fmla="*/ 0 w 1601400"/>
                <a:gd name="connsiteY0-2" fmla="*/ 694704 h 1388822"/>
                <a:gd name="connsiteX1-3" fmla="*/ 396258 w 1601400"/>
                <a:gd name="connsiteY1-4" fmla="*/ 586 h 1388822"/>
                <a:gd name="connsiteX2-5" fmla="*/ 482002 w 1601400"/>
                <a:gd name="connsiteY2-6" fmla="*/ 0 h 1388822"/>
                <a:gd name="connsiteX3-7" fmla="*/ 1601400 w 1601400"/>
                <a:gd name="connsiteY3-8" fmla="*/ 694704 h 1388822"/>
                <a:gd name="connsiteX4-9" fmla="*/ 1205142 w 1601400"/>
                <a:gd name="connsiteY4-10" fmla="*/ 1388822 h 1388822"/>
                <a:gd name="connsiteX5-11" fmla="*/ 396258 w 1601400"/>
                <a:gd name="connsiteY5-12" fmla="*/ 1388822 h 1388822"/>
                <a:gd name="connsiteX6-13" fmla="*/ 0 w 1601400"/>
                <a:gd name="connsiteY6-14" fmla="*/ 694704 h 1388822"/>
                <a:gd name="connsiteX0-15" fmla="*/ 0 w 1241871"/>
                <a:gd name="connsiteY0-16" fmla="*/ 694704 h 1388822"/>
                <a:gd name="connsiteX1-17" fmla="*/ 396258 w 1241871"/>
                <a:gd name="connsiteY1-18" fmla="*/ 586 h 1388822"/>
                <a:gd name="connsiteX2-19" fmla="*/ 482002 w 1241871"/>
                <a:gd name="connsiteY2-20" fmla="*/ 0 h 1388822"/>
                <a:gd name="connsiteX3-21" fmla="*/ 1241871 w 1241871"/>
                <a:gd name="connsiteY3-22" fmla="*/ 1323912 h 1388822"/>
                <a:gd name="connsiteX4-23" fmla="*/ 1205142 w 1241871"/>
                <a:gd name="connsiteY4-24" fmla="*/ 1388822 h 1388822"/>
                <a:gd name="connsiteX5-25" fmla="*/ 396258 w 1241871"/>
                <a:gd name="connsiteY5-26" fmla="*/ 1388822 h 1388822"/>
                <a:gd name="connsiteX6-27" fmla="*/ 0 w 1241871"/>
                <a:gd name="connsiteY6-28" fmla="*/ 694704 h 138882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530820CF-B880-4189-942D-D702A7CBA730}" type="datetimeFigureOut">
              <a:rPr lang="zh-CN" altLang="en-US" smtClean="0"/>
            </a:fld>
            <a:endParaRPr lang="zh-CN" altLang="en-US"/>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zh-CN" altLang="en-US"/>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0C913308-F349-4B6D-A68A-DD1791B4A57B}" type="slidenum">
              <a:rPr lang="zh-CN" altLang="en-US" smtClean="0"/>
            </a:fld>
            <a:endParaRPr lang="zh-CN" altLang="en-US"/>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Content Placeholder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5" name="Date Placeholder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9" name="Content Placeholder 8"/>
          <p:cNvSpPr>
            <a:spLocks noGrp="1"/>
          </p:cNvSpPr>
          <p:nvPr>
            <p:ph sz="quarter" idx="13"/>
          </p:nvPr>
        </p:nvSpPr>
        <p:spPr>
          <a:xfrm>
            <a:off x="1042416" y="2313432"/>
            <a:ext cx="3419856" cy="349300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1" fmla="*/ 0 w 9144000"/>
                <a:gd name="connsiteY0-2" fmla="*/ 1270659 h 1330035"/>
                <a:gd name="connsiteX1-3" fmla="*/ 1674420 w 9144000"/>
                <a:gd name="connsiteY1-4" fmla="*/ 1318160 h 1330035"/>
                <a:gd name="connsiteX2-5" fmla="*/ 4120737 w 9144000"/>
                <a:gd name="connsiteY2-6" fmla="*/ 1199407 h 1330035"/>
                <a:gd name="connsiteX3-7" fmla="*/ 7172696 w 9144000"/>
                <a:gd name="connsiteY3-8" fmla="*/ 760020 h 1330035"/>
                <a:gd name="connsiteX4-9" fmla="*/ 9144000 w 9144000"/>
                <a:gd name="connsiteY4-10" fmla="*/ 0 h 1330035"/>
                <a:gd name="connsiteX0-11" fmla="*/ 0 w 9144000"/>
                <a:gd name="connsiteY0-12" fmla="*/ 1270659 h 1330035"/>
                <a:gd name="connsiteX1-13" fmla="*/ 1674420 w 9144000"/>
                <a:gd name="connsiteY1-14" fmla="*/ 1318160 h 1330035"/>
                <a:gd name="connsiteX2-15" fmla="*/ 4120737 w 9144000"/>
                <a:gd name="connsiteY2-16" fmla="*/ 1199407 h 1330035"/>
                <a:gd name="connsiteX3-17" fmla="*/ 7172696 w 9144000"/>
                <a:gd name="connsiteY3-18" fmla="*/ 760020 h 1330035"/>
                <a:gd name="connsiteX4-19" fmla="*/ 9144000 w 9144000"/>
                <a:gd name="connsiteY4-20" fmla="*/ 0 h 1330035"/>
                <a:gd name="connsiteX0-21" fmla="*/ 0 w 9144000"/>
                <a:gd name="connsiteY0-22" fmla="*/ 1270659 h 1330035"/>
                <a:gd name="connsiteX1-23" fmla="*/ 1674420 w 9144000"/>
                <a:gd name="connsiteY1-24" fmla="*/ 1318160 h 1330035"/>
                <a:gd name="connsiteX2-25" fmla="*/ 4120737 w 9144000"/>
                <a:gd name="connsiteY2-26" fmla="*/ 1199407 h 1330035"/>
                <a:gd name="connsiteX3-27" fmla="*/ 7172696 w 9144000"/>
                <a:gd name="connsiteY3-28" fmla="*/ 760020 h 1330035"/>
                <a:gd name="connsiteX4-29" fmla="*/ 9144000 w 9144000"/>
                <a:gd name="connsiteY4-30" fmla="*/ 0 h 1330035"/>
                <a:gd name="connsiteX0-31" fmla="*/ 0 w 9144000"/>
                <a:gd name="connsiteY0-32" fmla="*/ 1116279 h 1175655"/>
                <a:gd name="connsiteX1-33" fmla="*/ 1674420 w 9144000"/>
                <a:gd name="connsiteY1-34" fmla="*/ 1163780 h 1175655"/>
                <a:gd name="connsiteX2-35" fmla="*/ 4120737 w 9144000"/>
                <a:gd name="connsiteY2-36" fmla="*/ 1045027 h 1175655"/>
                <a:gd name="connsiteX3-37" fmla="*/ 7172696 w 9144000"/>
                <a:gd name="connsiteY3-38" fmla="*/ 605640 h 1175655"/>
                <a:gd name="connsiteX4-39" fmla="*/ 9144000 w 9144000"/>
                <a:gd name="connsiteY4-40" fmla="*/ 0 h 117565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1" fmla="*/ 0 w 1261499"/>
                <a:gd name="connsiteY0-2" fmla="*/ 105098 h 1388236"/>
                <a:gd name="connsiteX1-3" fmla="*/ 56357 w 1261499"/>
                <a:gd name="connsiteY1-4" fmla="*/ 0 h 1388236"/>
                <a:gd name="connsiteX2-5" fmla="*/ 865241 w 1261499"/>
                <a:gd name="connsiteY2-6" fmla="*/ 0 h 1388236"/>
                <a:gd name="connsiteX3-7" fmla="*/ 1261499 w 1261499"/>
                <a:gd name="connsiteY3-8" fmla="*/ 694118 h 1388236"/>
                <a:gd name="connsiteX4-9" fmla="*/ 865241 w 1261499"/>
                <a:gd name="connsiteY4-10" fmla="*/ 1388236 h 1388236"/>
                <a:gd name="connsiteX5-11" fmla="*/ 56357 w 1261499"/>
                <a:gd name="connsiteY5-12" fmla="*/ 1388236 h 1388236"/>
                <a:gd name="connsiteX6-13" fmla="*/ 0 w 1261499"/>
                <a:gd name="connsiteY6-14" fmla="*/ 105098 h 1388236"/>
                <a:gd name="connsiteX0-15" fmla="*/ 0 w 1261499"/>
                <a:gd name="connsiteY0-16" fmla="*/ 105098 h 1388236"/>
                <a:gd name="connsiteX1-17" fmla="*/ 56357 w 1261499"/>
                <a:gd name="connsiteY1-18" fmla="*/ 0 h 1388236"/>
                <a:gd name="connsiteX2-19" fmla="*/ 865241 w 1261499"/>
                <a:gd name="connsiteY2-20" fmla="*/ 0 h 1388236"/>
                <a:gd name="connsiteX3-21" fmla="*/ 1261499 w 1261499"/>
                <a:gd name="connsiteY3-22" fmla="*/ 694118 h 1388236"/>
                <a:gd name="connsiteX4-23" fmla="*/ 865241 w 1261499"/>
                <a:gd name="connsiteY4-24" fmla="*/ 1388236 h 1388236"/>
                <a:gd name="connsiteX5-25" fmla="*/ 744578 w 1261499"/>
                <a:gd name="connsiteY5-26" fmla="*/ 1387893 h 1388236"/>
                <a:gd name="connsiteX6-27" fmla="*/ 0 w 1261499"/>
                <a:gd name="connsiteY6-28" fmla="*/ 105098 h 13882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1" fmla="*/ 0 w 1601400"/>
                <a:gd name="connsiteY0-2" fmla="*/ 694118 h 1388236"/>
                <a:gd name="connsiteX1-3" fmla="*/ 396258 w 1601400"/>
                <a:gd name="connsiteY1-4" fmla="*/ 0 h 1388236"/>
                <a:gd name="connsiteX2-5" fmla="*/ 474029 w 1601400"/>
                <a:gd name="connsiteY2-6" fmla="*/ 4016 h 1388236"/>
                <a:gd name="connsiteX3-7" fmla="*/ 1601400 w 1601400"/>
                <a:gd name="connsiteY3-8" fmla="*/ 694118 h 1388236"/>
                <a:gd name="connsiteX4-9" fmla="*/ 1205142 w 1601400"/>
                <a:gd name="connsiteY4-10" fmla="*/ 1388236 h 1388236"/>
                <a:gd name="connsiteX5-11" fmla="*/ 396258 w 1601400"/>
                <a:gd name="connsiteY5-12" fmla="*/ 1388236 h 1388236"/>
                <a:gd name="connsiteX6-13" fmla="*/ 0 w 1601400"/>
                <a:gd name="connsiteY6-14" fmla="*/ 694118 h 1388236"/>
                <a:gd name="connsiteX0-15" fmla="*/ 0 w 1243407"/>
                <a:gd name="connsiteY0-16" fmla="*/ 694118 h 1388236"/>
                <a:gd name="connsiteX1-17" fmla="*/ 396258 w 1243407"/>
                <a:gd name="connsiteY1-18" fmla="*/ 0 h 1388236"/>
                <a:gd name="connsiteX2-19" fmla="*/ 474029 w 1243407"/>
                <a:gd name="connsiteY2-20" fmla="*/ 4016 h 1388236"/>
                <a:gd name="connsiteX3-21" fmla="*/ 1243407 w 1243407"/>
                <a:gd name="connsiteY3-22" fmla="*/ 1325983 h 1388236"/>
                <a:gd name="connsiteX4-23" fmla="*/ 1205142 w 1243407"/>
                <a:gd name="connsiteY4-24" fmla="*/ 1388236 h 1388236"/>
                <a:gd name="connsiteX5-25" fmla="*/ 396258 w 1243407"/>
                <a:gd name="connsiteY5-26" fmla="*/ 1388236 h 1388236"/>
                <a:gd name="connsiteX6-27" fmla="*/ 0 w 1243407"/>
                <a:gd name="connsiteY6-28" fmla="*/ 694118 h 13882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1" fmla="*/ 0 w 1601400"/>
                <a:gd name="connsiteY0-2" fmla="*/ 694704 h 1388822"/>
                <a:gd name="connsiteX1-3" fmla="*/ 396258 w 1601400"/>
                <a:gd name="connsiteY1-4" fmla="*/ 586 h 1388822"/>
                <a:gd name="connsiteX2-5" fmla="*/ 482002 w 1601400"/>
                <a:gd name="connsiteY2-6" fmla="*/ 0 h 1388822"/>
                <a:gd name="connsiteX3-7" fmla="*/ 1601400 w 1601400"/>
                <a:gd name="connsiteY3-8" fmla="*/ 694704 h 1388822"/>
                <a:gd name="connsiteX4-9" fmla="*/ 1205142 w 1601400"/>
                <a:gd name="connsiteY4-10" fmla="*/ 1388822 h 1388822"/>
                <a:gd name="connsiteX5-11" fmla="*/ 396258 w 1601400"/>
                <a:gd name="connsiteY5-12" fmla="*/ 1388822 h 1388822"/>
                <a:gd name="connsiteX6-13" fmla="*/ 0 w 1601400"/>
                <a:gd name="connsiteY6-14" fmla="*/ 694704 h 1388822"/>
                <a:gd name="connsiteX0-15" fmla="*/ 0 w 1241871"/>
                <a:gd name="connsiteY0-16" fmla="*/ 694704 h 1388822"/>
                <a:gd name="connsiteX1-17" fmla="*/ 396258 w 1241871"/>
                <a:gd name="connsiteY1-18" fmla="*/ 586 h 1388822"/>
                <a:gd name="connsiteX2-19" fmla="*/ 482002 w 1241871"/>
                <a:gd name="connsiteY2-20" fmla="*/ 0 h 1388822"/>
                <a:gd name="connsiteX3-21" fmla="*/ 1241871 w 1241871"/>
                <a:gd name="connsiteY3-22" fmla="*/ 1323912 h 1388822"/>
                <a:gd name="connsiteX4-23" fmla="*/ 1205142 w 1241871"/>
                <a:gd name="connsiteY4-24" fmla="*/ 1388822 h 1388822"/>
                <a:gd name="connsiteX5-25" fmla="*/ 396258 w 1241871"/>
                <a:gd name="connsiteY5-26" fmla="*/ 1388822 h 1388822"/>
                <a:gd name="connsiteX6-27" fmla="*/ 0 w 1241871"/>
                <a:gd name="connsiteY6-28" fmla="*/ 694704 h 138882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zh-CN" altLang="en-US"/>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zh-CN" altLang="en-US" smtClean="0"/>
              <a:t>单击此处编辑母版标题样式</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1" fmla="*/ 0 w 9144000"/>
                <a:gd name="connsiteY0-2" fmla="*/ 1270659 h 1330035"/>
                <a:gd name="connsiteX1-3" fmla="*/ 1674420 w 9144000"/>
                <a:gd name="connsiteY1-4" fmla="*/ 1318160 h 1330035"/>
                <a:gd name="connsiteX2-5" fmla="*/ 4120737 w 9144000"/>
                <a:gd name="connsiteY2-6" fmla="*/ 1199407 h 1330035"/>
                <a:gd name="connsiteX3-7" fmla="*/ 7172696 w 9144000"/>
                <a:gd name="connsiteY3-8" fmla="*/ 760020 h 1330035"/>
                <a:gd name="connsiteX4-9" fmla="*/ 9144000 w 9144000"/>
                <a:gd name="connsiteY4-10" fmla="*/ 0 h 1330035"/>
                <a:gd name="connsiteX0-11" fmla="*/ 0 w 9144000"/>
                <a:gd name="connsiteY0-12" fmla="*/ 1270659 h 1330035"/>
                <a:gd name="connsiteX1-13" fmla="*/ 1674420 w 9144000"/>
                <a:gd name="connsiteY1-14" fmla="*/ 1318160 h 1330035"/>
                <a:gd name="connsiteX2-15" fmla="*/ 4120737 w 9144000"/>
                <a:gd name="connsiteY2-16" fmla="*/ 1199407 h 1330035"/>
                <a:gd name="connsiteX3-17" fmla="*/ 7172696 w 9144000"/>
                <a:gd name="connsiteY3-18" fmla="*/ 760020 h 1330035"/>
                <a:gd name="connsiteX4-19" fmla="*/ 9144000 w 9144000"/>
                <a:gd name="connsiteY4-20" fmla="*/ 0 h 1330035"/>
                <a:gd name="connsiteX0-21" fmla="*/ 0 w 9144000"/>
                <a:gd name="connsiteY0-22" fmla="*/ 1270659 h 1330035"/>
                <a:gd name="connsiteX1-23" fmla="*/ 1674420 w 9144000"/>
                <a:gd name="connsiteY1-24" fmla="*/ 1318160 h 1330035"/>
                <a:gd name="connsiteX2-25" fmla="*/ 4120737 w 9144000"/>
                <a:gd name="connsiteY2-26" fmla="*/ 1199407 h 1330035"/>
                <a:gd name="connsiteX3-27" fmla="*/ 7172696 w 9144000"/>
                <a:gd name="connsiteY3-28" fmla="*/ 760020 h 1330035"/>
                <a:gd name="connsiteX4-29" fmla="*/ 9144000 w 9144000"/>
                <a:gd name="connsiteY4-30" fmla="*/ 0 h 1330035"/>
                <a:gd name="connsiteX0-31" fmla="*/ 0 w 9144000"/>
                <a:gd name="connsiteY0-32" fmla="*/ 1116279 h 1175655"/>
                <a:gd name="connsiteX1-33" fmla="*/ 1674420 w 9144000"/>
                <a:gd name="connsiteY1-34" fmla="*/ 1163780 h 1175655"/>
                <a:gd name="connsiteX2-35" fmla="*/ 4120737 w 9144000"/>
                <a:gd name="connsiteY2-36" fmla="*/ 1045027 h 1175655"/>
                <a:gd name="connsiteX3-37" fmla="*/ 7172696 w 9144000"/>
                <a:gd name="connsiteY3-38" fmla="*/ 605640 h 1175655"/>
                <a:gd name="connsiteX4-39" fmla="*/ 9144000 w 9144000"/>
                <a:gd name="connsiteY4-40" fmla="*/ 0 h 117565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1" fmla="*/ 0 w 1261499"/>
                <a:gd name="connsiteY0-2" fmla="*/ 105098 h 1388236"/>
                <a:gd name="connsiteX1-3" fmla="*/ 56357 w 1261499"/>
                <a:gd name="connsiteY1-4" fmla="*/ 0 h 1388236"/>
                <a:gd name="connsiteX2-5" fmla="*/ 865241 w 1261499"/>
                <a:gd name="connsiteY2-6" fmla="*/ 0 h 1388236"/>
                <a:gd name="connsiteX3-7" fmla="*/ 1261499 w 1261499"/>
                <a:gd name="connsiteY3-8" fmla="*/ 694118 h 1388236"/>
                <a:gd name="connsiteX4-9" fmla="*/ 865241 w 1261499"/>
                <a:gd name="connsiteY4-10" fmla="*/ 1388236 h 1388236"/>
                <a:gd name="connsiteX5-11" fmla="*/ 56357 w 1261499"/>
                <a:gd name="connsiteY5-12" fmla="*/ 1388236 h 1388236"/>
                <a:gd name="connsiteX6-13" fmla="*/ 0 w 1261499"/>
                <a:gd name="connsiteY6-14" fmla="*/ 105098 h 1388236"/>
                <a:gd name="connsiteX0-15" fmla="*/ 0 w 1261499"/>
                <a:gd name="connsiteY0-16" fmla="*/ 105098 h 1388236"/>
                <a:gd name="connsiteX1-17" fmla="*/ 56357 w 1261499"/>
                <a:gd name="connsiteY1-18" fmla="*/ 0 h 1388236"/>
                <a:gd name="connsiteX2-19" fmla="*/ 865241 w 1261499"/>
                <a:gd name="connsiteY2-20" fmla="*/ 0 h 1388236"/>
                <a:gd name="connsiteX3-21" fmla="*/ 1261499 w 1261499"/>
                <a:gd name="connsiteY3-22" fmla="*/ 694118 h 1388236"/>
                <a:gd name="connsiteX4-23" fmla="*/ 865241 w 1261499"/>
                <a:gd name="connsiteY4-24" fmla="*/ 1388236 h 1388236"/>
                <a:gd name="connsiteX5-25" fmla="*/ 744578 w 1261499"/>
                <a:gd name="connsiteY5-26" fmla="*/ 1387893 h 1388236"/>
                <a:gd name="connsiteX6-27" fmla="*/ 0 w 1261499"/>
                <a:gd name="connsiteY6-28" fmla="*/ 105098 h 13882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1" fmla="*/ 0 w 1601400"/>
                <a:gd name="connsiteY0-2" fmla="*/ 694118 h 1388236"/>
                <a:gd name="connsiteX1-3" fmla="*/ 396258 w 1601400"/>
                <a:gd name="connsiteY1-4" fmla="*/ 0 h 1388236"/>
                <a:gd name="connsiteX2-5" fmla="*/ 474029 w 1601400"/>
                <a:gd name="connsiteY2-6" fmla="*/ 4016 h 1388236"/>
                <a:gd name="connsiteX3-7" fmla="*/ 1601400 w 1601400"/>
                <a:gd name="connsiteY3-8" fmla="*/ 694118 h 1388236"/>
                <a:gd name="connsiteX4-9" fmla="*/ 1205142 w 1601400"/>
                <a:gd name="connsiteY4-10" fmla="*/ 1388236 h 1388236"/>
                <a:gd name="connsiteX5-11" fmla="*/ 396258 w 1601400"/>
                <a:gd name="connsiteY5-12" fmla="*/ 1388236 h 1388236"/>
                <a:gd name="connsiteX6-13" fmla="*/ 0 w 1601400"/>
                <a:gd name="connsiteY6-14" fmla="*/ 694118 h 1388236"/>
                <a:gd name="connsiteX0-15" fmla="*/ 0 w 1243407"/>
                <a:gd name="connsiteY0-16" fmla="*/ 694118 h 1388236"/>
                <a:gd name="connsiteX1-17" fmla="*/ 396258 w 1243407"/>
                <a:gd name="connsiteY1-18" fmla="*/ 0 h 1388236"/>
                <a:gd name="connsiteX2-19" fmla="*/ 474029 w 1243407"/>
                <a:gd name="connsiteY2-20" fmla="*/ 4016 h 1388236"/>
                <a:gd name="connsiteX3-21" fmla="*/ 1243407 w 1243407"/>
                <a:gd name="connsiteY3-22" fmla="*/ 1325983 h 1388236"/>
                <a:gd name="connsiteX4-23" fmla="*/ 1205142 w 1243407"/>
                <a:gd name="connsiteY4-24" fmla="*/ 1388236 h 1388236"/>
                <a:gd name="connsiteX5-25" fmla="*/ 396258 w 1243407"/>
                <a:gd name="connsiteY5-26" fmla="*/ 1388236 h 1388236"/>
                <a:gd name="connsiteX6-27" fmla="*/ 0 w 1243407"/>
                <a:gd name="connsiteY6-28" fmla="*/ 694118 h 13882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1" fmla="*/ 0 w 1601400"/>
                <a:gd name="connsiteY0-2" fmla="*/ 694704 h 1388822"/>
                <a:gd name="connsiteX1-3" fmla="*/ 396258 w 1601400"/>
                <a:gd name="connsiteY1-4" fmla="*/ 586 h 1388822"/>
                <a:gd name="connsiteX2-5" fmla="*/ 482002 w 1601400"/>
                <a:gd name="connsiteY2-6" fmla="*/ 0 h 1388822"/>
                <a:gd name="connsiteX3-7" fmla="*/ 1601400 w 1601400"/>
                <a:gd name="connsiteY3-8" fmla="*/ 694704 h 1388822"/>
                <a:gd name="connsiteX4-9" fmla="*/ 1205142 w 1601400"/>
                <a:gd name="connsiteY4-10" fmla="*/ 1388822 h 1388822"/>
                <a:gd name="connsiteX5-11" fmla="*/ 396258 w 1601400"/>
                <a:gd name="connsiteY5-12" fmla="*/ 1388822 h 1388822"/>
                <a:gd name="connsiteX6-13" fmla="*/ 0 w 1601400"/>
                <a:gd name="connsiteY6-14" fmla="*/ 694704 h 1388822"/>
                <a:gd name="connsiteX0-15" fmla="*/ 0 w 1241871"/>
                <a:gd name="connsiteY0-16" fmla="*/ 694704 h 1388822"/>
                <a:gd name="connsiteX1-17" fmla="*/ 396258 w 1241871"/>
                <a:gd name="connsiteY1-18" fmla="*/ 586 h 1388822"/>
                <a:gd name="connsiteX2-19" fmla="*/ 482002 w 1241871"/>
                <a:gd name="connsiteY2-20" fmla="*/ 0 h 1388822"/>
                <a:gd name="connsiteX3-21" fmla="*/ 1241871 w 1241871"/>
                <a:gd name="connsiteY3-22" fmla="*/ 1323912 h 1388822"/>
                <a:gd name="connsiteX4-23" fmla="*/ 1205142 w 1241871"/>
                <a:gd name="connsiteY4-24" fmla="*/ 1388822 h 1388822"/>
                <a:gd name="connsiteX5-25" fmla="*/ 396258 w 1241871"/>
                <a:gd name="connsiteY5-26" fmla="*/ 1388822 h 1388822"/>
                <a:gd name="connsiteX6-27" fmla="*/ 0 w 1241871"/>
                <a:gd name="connsiteY6-28" fmla="*/ 694704 h 138882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zh-CN" altLang="en-US" smtClean="0"/>
              <a:t>单击此处编辑母版标题样式</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zh-CN" altLang="en-US" smtClean="0"/>
              <a:t>单击此处编辑母版标题样式</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1" fmla="*/ 0 w 9144000"/>
                <a:gd name="connsiteY0-2" fmla="*/ 1270659 h 1330035"/>
                <a:gd name="connsiteX1-3" fmla="*/ 1674420 w 9144000"/>
                <a:gd name="connsiteY1-4" fmla="*/ 1318160 h 1330035"/>
                <a:gd name="connsiteX2-5" fmla="*/ 4120737 w 9144000"/>
                <a:gd name="connsiteY2-6" fmla="*/ 1199407 h 1330035"/>
                <a:gd name="connsiteX3-7" fmla="*/ 7172696 w 9144000"/>
                <a:gd name="connsiteY3-8" fmla="*/ 760020 h 1330035"/>
                <a:gd name="connsiteX4-9" fmla="*/ 9144000 w 9144000"/>
                <a:gd name="connsiteY4-10" fmla="*/ 0 h 1330035"/>
                <a:gd name="connsiteX0-11" fmla="*/ 0 w 9144000"/>
                <a:gd name="connsiteY0-12" fmla="*/ 1270659 h 1330035"/>
                <a:gd name="connsiteX1-13" fmla="*/ 1674420 w 9144000"/>
                <a:gd name="connsiteY1-14" fmla="*/ 1318160 h 1330035"/>
                <a:gd name="connsiteX2-15" fmla="*/ 4120737 w 9144000"/>
                <a:gd name="connsiteY2-16" fmla="*/ 1199407 h 1330035"/>
                <a:gd name="connsiteX3-17" fmla="*/ 7172696 w 9144000"/>
                <a:gd name="connsiteY3-18" fmla="*/ 760020 h 1330035"/>
                <a:gd name="connsiteX4-19" fmla="*/ 9144000 w 9144000"/>
                <a:gd name="connsiteY4-20" fmla="*/ 0 h 1330035"/>
                <a:gd name="connsiteX0-21" fmla="*/ 0 w 9144000"/>
                <a:gd name="connsiteY0-22" fmla="*/ 1270659 h 1330035"/>
                <a:gd name="connsiteX1-23" fmla="*/ 1674420 w 9144000"/>
                <a:gd name="connsiteY1-24" fmla="*/ 1318160 h 1330035"/>
                <a:gd name="connsiteX2-25" fmla="*/ 4120737 w 9144000"/>
                <a:gd name="connsiteY2-26" fmla="*/ 1199407 h 1330035"/>
                <a:gd name="connsiteX3-27" fmla="*/ 7172696 w 9144000"/>
                <a:gd name="connsiteY3-28" fmla="*/ 760020 h 1330035"/>
                <a:gd name="connsiteX4-29" fmla="*/ 9144000 w 9144000"/>
                <a:gd name="connsiteY4-30" fmla="*/ 0 h 1330035"/>
                <a:gd name="connsiteX0-31" fmla="*/ 0 w 9144000"/>
                <a:gd name="connsiteY0-32" fmla="*/ 1116279 h 1175655"/>
                <a:gd name="connsiteX1-33" fmla="*/ 1674420 w 9144000"/>
                <a:gd name="connsiteY1-34" fmla="*/ 1163780 h 1175655"/>
                <a:gd name="connsiteX2-35" fmla="*/ 4120737 w 9144000"/>
                <a:gd name="connsiteY2-36" fmla="*/ 1045027 h 1175655"/>
                <a:gd name="connsiteX3-37" fmla="*/ 7172696 w 9144000"/>
                <a:gd name="connsiteY3-38" fmla="*/ 605640 h 1175655"/>
                <a:gd name="connsiteX4-39" fmla="*/ 9144000 w 9144000"/>
                <a:gd name="connsiteY4-40" fmla="*/ 0 h 117565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1" fmla="*/ 0 w 1261499"/>
                <a:gd name="connsiteY0-2" fmla="*/ 105098 h 1388236"/>
                <a:gd name="connsiteX1-3" fmla="*/ 56357 w 1261499"/>
                <a:gd name="connsiteY1-4" fmla="*/ 0 h 1388236"/>
                <a:gd name="connsiteX2-5" fmla="*/ 865241 w 1261499"/>
                <a:gd name="connsiteY2-6" fmla="*/ 0 h 1388236"/>
                <a:gd name="connsiteX3-7" fmla="*/ 1261499 w 1261499"/>
                <a:gd name="connsiteY3-8" fmla="*/ 694118 h 1388236"/>
                <a:gd name="connsiteX4-9" fmla="*/ 865241 w 1261499"/>
                <a:gd name="connsiteY4-10" fmla="*/ 1388236 h 1388236"/>
                <a:gd name="connsiteX5-11" fmla="*/ 56357 w 1261499"/>
                <a:gd name="connsiteY5-12" fmla="*/ 1388236 h 1388236"/>
                <a:gd name="connsiteX6-13" fmla="*/ 0 w 1261499"/>
                <a:gd name="connsiteY6-14" fmla="*/ 105098 h 1388236"/>
                <a:gd name="connsiteX0-15" fmla="*/ 0 w 1261499"/>
                <a:gd name="connsiteY0-16" fmla="*/ 105098 h 1388236"/>
                <a:gd name="connsiteX1-17" fmla="*/ 56357 w 1261499"/>
                <a:gd name="connsiteY1-18" fmla="*/ 0 h 1388236"/>
                <a:gd name="connsiteX2-19" fmla="*/ 865241 w 1261499"/>
                <a:gd name="connsiteY2-20" fmla="*/ 0 h 1388236"/>
                <a:gd name="connsiteX3-21" fmla="*/ 1261499 w 1261499"/>
                <a:gd name="connsiteY3-22" fmla="*/ 694118 h 1388236"/>
                <a:gd name="connsiteX4-23" fmla="*/ 865241 w 1261499"/>
                <a:gd name="connsiteY4-24" fmla="*/ 1388236 h 1388236"/>
                <a:gd name="connsiteX5-25" fmla="*/ 744578 w 1261499"/>
                <a:gd name="connsiteY5-26" fmla="*/ 1387893 h 1388236"/>
                <a:gd name="connsiteX6-27" fmla="*/ 0 w 1261499"/>
                <a:gd name="connsiteY6-28" fmla="*/ 105098 h 13882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1" fmla="*/ 0 w 1601400"/>
                <a:gd name="connsiteY0-2" fmla="*/ 694118 h 1388236"/>
                <a:gd name="connsiteX1-3" fmla="*/ 396258 w 1601400"/>
                <a:gd name="connsiteY1-4" fmla="*/ 0 h 1388236"/>
                <a:gd name="connsiteX2-5" fmla="*/ 474029 w 1601400"/>
                <a:gd name="connsiteY2-6" fmla="*/ 4016 h 1388236"/>
                <a:gd name="connsiteX3-7" fmla="*/ 1601400 w 1601400"/>
                <a:gd name="connsiteY3-8" fmla="*/ 694118 h 1388236"/>
                <a:gd name="connsiteX4-9" fmla="*/ 1205142 w 1601400"/>
                <a:gd name="connsiteY4-10" fmla="*/ 1388236 h 1388236"/>
                <a:gd name="connsiteX5-11" fmla="*/ 396258 w 1601400"/>
                <a:gd name="connsiteY5-12" fmla="*/ 1388236 h 1388236"/>
                <a:gd name="connsiteX6-13" fmla="*/ 0 w 1601400"/>
                <a:gd name="connsiteY6-14" fmla="*/ 694118 h 1388236"/>
                <a:gd name="connsiteX0-15" fmla="*/ 0 w 1243407"/>
                <a:gd name="connsiteY0-16" fmla="*/ 694118 h 1388236"/>
                <a:gd name="connsiteX1-17" fmla="*/ 396258 w 1243407"/>
                <a:gd name="connsiteY1-18" fmla="*/ 0 h 1388236"/>
                <a:gd name="connsiteX2-19" fmla="*/ 474029 w 1243407"/>
                <a:gd name="connsiteY2-20" fmla="*/ 4016 h 1388236"/>
                <a:gd name="connsiteX3-21" fmla="*/ 1243407 w 1243407"/>
                <a:gd name="connsiteY3-22" fmla="*/ 1325983 h 1388236"/>
                <a:gd name="connsiteX4-23" fmla="*/ 1205142 w 1243407"/>
                <a:gd name="connsiteY4-24" fmla="*/ 1388236 h 1388236"/>
                <a:gd name="connsiteX5-25" fmla="*/ 396258 w 1243407"/>
                <a:gd name="connsiteY5-26" fmla="*/ 1388236 h 1388236"/>
                <a:gd name="connsiteX6-27" fmla="*/ 0 w 1243407"/>
                <a:gd name="connsiteY6-28" fmla="*/ 694118 h 13882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1" fmla="*/ 0 w 1601400"/>
                <a:gd name="connsiteY0-2" fmla="*/ 694704 h 1388822"/>
                <a:gd name="connsiteX1-3" fmla="*/ 396258 w 1601400"/>
                <a:gd name="connsiteY1-4" fmla="*/ 586 h 1388822"/>
                <a:gd name="connsiteX2-5" fmla="*/ 482002 w 1601400"/>
                <a:gd name="connsiteY2-6" fmla="*/ 0 h 1388822"/>
                <a:gd name="connsiteX3-7" fmla="*/ 1601400 w 1601400"/>
                <a:gd name="connsiteY3-8" fmla="*/ 694704 h 1388822"/>
                <a:gd name="connsiteX4-9" fmla="*/ 1205142 w 1601400"/>
                <a:gd name="connsiteY4-10" fmla="*/ 1388822 h 1388822"/>
                <a:gd name="connsiteX5-11" fmla="*/ 396258 w 1601400"/>
                <a:gd name="connsiteY5-12" fmla="*/ 1388822 h 1388822"/>
                <a:gd name="connsiteX6-13" fmla="*/ 0 w 1601400"/>
                <a:gd name="connsiteY6-14" fmla="*/ 694704 h 1388822"/>
                <a:gd name="connsiteX0-15" fmla="*/ 0 w 1241871"/>
                <a:gd name="connsiteY0-16" fmla="*/ 694704 h 1388822"/>
                <a:gd name="connsiteX1-17" fmla="*/ 396258 w 1241871"/>
                <a:gd name="connsiteY1-18" fmla="*/ 586 h 1388822"/>
                <a:gd name="connsiteX2-19" fmla="*/ 482002 w 1241871"/>
                <a:gd name="connsiteY2-20" fmla="*/ 0 h 1388822"/>
                <a:gd name="connsiteX3-21" fmla="*/ 1241871 w 1241871"/>
                <a:gd name="connsiteY3-22" fmla="*/ 1323912 h 1388822"/>
                <a:gd name="connsiteX4-23" fmla="*/ 1205142 w 1241871"/>
                <a:gd name="connsiteY4-24" fmla="*/ 1388822 h 1388822"/>
                <a:gd name="connsiteX5-25" fmla="*/ 396258 w 1241871"/>
                <a:gd name="connsiteY5-26" fmla="*/ 1388822 h 1388822"/>
                <a:gd name="connsiteX6-27" fmla="*/ 0 w 1241871"/>
                <a:gd name="connsiteY6-28" fmla="*/ 694704 h 138882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zh-CN" altLang="en-US"/>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anose="05020102010507070707"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anose="05020102010507070707"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anose="05020102010507070707" pitchFamily="18" charset="2"/>
        <a:buChar char=""/>
        <a:defRPr sz="2000" kern="1200">
          <a:solidFill>
            <a:schemeClr val="tx2"/>
          </a:solidFill>
          <a:latin typeface="+mn-lt"/>
          <a:ea typeface="+mn-ea"/>
          <a:cs typeface="+mn-cs"/>
        </a:defRPr>
      </a:lvl3pPr>
      <a:lvl4pPr marL="1124585" indent="-228600" algn="l" defTabSz="914400" rtl="0" eaLnBrk="1" latinLnBrk="0" hangingPunct="1">
        <a:spcBef>
          <a:spcPct val="20000"/>
        </a:spcBef>
        <a:buClr>
          <a:schemeClr val="accent1"/>
        </a:buClr>
        <a:buSzPct val="76000"/>
        <a:buFont typeface="Wingdings 2" panose="05020102010507070707"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anose="05020102010507070707" pitchFamily="18" charset="2"/>
        <a:buChar char=""/>
        <a:defRPr sz="1600" kern="1200" baseline="0">
          <a:solidFill>
            <a:schemeClr val="tx2"/>
          </a:solidFill>
          <a:latin typeface="+mn-lt"/>
          <a:ea typeface="+mn-ea"/>
          <a:cs typeface="+mn-cs"/>
        </a:defRPr>
      </a:lvl5pPr>
      <a:lvl6pPr marL="1517650" indent="-228600" algn="l" defTabSz="914400" rtl="0" eaLnBrk="1" latinLnBrk="0" hangingPunct="1">
        <a:spcBef>
          <a:spcPct val="20000"/>
        </a:spcBef>
        <a:buClr>
          <a:schemeClr val="accent1"/>
        </a:buClr>
        <a:buSzPct val="76000"/>
        <a:buFont typeface="Wingdings 2" panose="05020102010507070707" pitchFamily="18" charset="2"/>
        <a:buChar char=""/>
        <a:defRPr sz="1400" kern="1200">
          <a:solidFill>
            <a:schemeClr val="tx2"/>
          </a:solidFill>
          <a:latin typeface="+mn-lt"/>
          <a:ea typeface="+mn-ea"/>
          <a:cs typeface="+mn-cs"/>
        </a:defRPr>
      </a:lvl6pPr>
      <a:lvl7pPr marL="1718945" indent="-228600" algn="l" defTabSz="914400" rtl="0" eaLnBrk="1" latinLnBrk="0" hangingPunct="1">
        <a:spcBef>
          <a:spcPct val="20000"/>
        </a:spcBef>
        <a:buClr>
          <a:schemeClr val="accent1"/>
        </a:buClr>
        <a:buSzPct val="76000"/>
        <a:buFont typeface="Wingdings 2" panose="05020102010507070707"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anose="05020102010507070707" pitchFamily="18" charset="2"/>
        <a:buChar char=""/>
        <a:defRPr sz="1400" kern="1200">
          <a:solidFill>
            <a:schemeClr val="tx2"/>
          </a:solidFill>
          <a:latin typeface="+mn-lt"/>
          <a:ea typeface="+mn-ea"/>
          <a:cs typeface="+mn-cs"/>
        </a:defRPr>
      </a:lvl8pPr>
      <a:lvl9pPr marL="2121535" indent="-228600" algn="l" defTabSz="914400" rtl="0" eaLnBrk="1" latinLnBrk="0" hangingPunct="1">
        <a:spcBef>
          <a:spcPct val="20000"/>
        </a:spcBef>
        <a:buClr>
          <a:schemeClr val="accent1"/>
        </a:buClr>
        <a:buSzPct val="76000"/>
        <a:buFont typeface="Wingdings 2" panose="050201020105070707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4664785" y="3147261"/>
            <a:ext cx="3313355" cy="1702160"/>
          </a:xfrm>
        </p:spPr>
        <p:txBody>
          <a:bodyPr>
            <a:normAutofit fontScale="90000"/>
          </a:bodyPr>
          <a:lstStyle/>
          <a:p>
            <a:r>
              <a:rPr altLang="zh-CN" dirty="0">
                <a:sym typeface="+mn-ea"/>
              </a:rPr>
              <a:t>微信小程序民宿预约管理系统</a:t>
            </a:r>
            <a:r>
              <a:rPr lang="en-US" altLang="zh-CN" dirty="0" smtClean="0"/>
              <a:t>PPT</a:t>
            </a:r>
            <a:br>
              <a:rPr lang="zh-CN" altLang="zh-CN" dirty="0"/>
            </a:b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67544" y="620688"/>
            <a:ext cx="8229600" cy="1252728"/>
          </a:xfrm>
        </p:spPr>
        <p:txBody>
          <a:bodyPr/>
          <a:lstStyle/>
          <a:p>
            <a:pPr algn="l"/>
            <a:r>
              <a:rPr lang="zh-CN" altLang="en-US" dirty="0" smtClean="0"/>
              <a:t>摘要：</a:t>
            </a:r>
            <a:endParaRPr lang="zh-CN" altLang="en-US" dirty="0"/>
          </a:p>
        </p:txBody>
      </p:sp>
      <p:sp>
        <p:nvSpPr>
          <p:cNvPr id="2" name="内容占位符 1"/>
          <p:cNvSpPr>
            <a:spLocks noGrp="1"/>
          </p:cNvSpPr>
          <p:nvPr>
            <p:ph idx="1"/>
          </p:nvPr>
        </p:nvSpPr>
        <p:spPr>
          <a:xfrm>
            <a:off x="323528" y="2060848"/>
            <a:ext cx="8424936" cy="4464496"/>
          </a:xfrm>
        </p:spPr>
        <p:txBody>
          <a:bodyPr>
            <a:normAutofit fontScale="60000"/>
          </a:bodyPr>
          <a:lstStyle/>
          <a:p>
            <a:r>
              <a:rPr altLang="zh-CN" dirty="0"/>
              <a:t> 当今社会已经步入了科学技术进步和经济社会快速发展的新时期，国际信息和学术交流也不断加强，计算机技术对经济社会发展和人民生活改善的影响也日益突出，人类的生存和思考方式也产生了变化。传统民宿预约管理采取了人工的管理方法，但这种管理方法存在着许多弊端，比如效率低下、安全性低以及信息传输的不准确等，同时由于民宿预约管理中会形成众多的个人文档和信息系统数据，通过人工方法对民宿信息、民宿预订等进行集中管理会形成检索、更改和维护等较为麻烦的管理问题，同时由于广大用户对网络技术的需求也日益高涨，于是信息技术也需要继续开展全新的改革以满足时代的需求。根据此问题，研发一套微信小程序民宿预约管理系统，既能够大大提高信息的检索、变更与维护的工作效率，也能够方便微信小程序的管理运用，从而减少信息管理成本，提高效率。</a:t>
            </a:r>
            <a:endParaRPr altLang="zh-CN" dirty="0"/>
          </a:p>
          <a:p>
            <a:r>
              <a:rPr altLang="zh-CN" dirty="0"/>
              <a:t>该微信小程序民宿预约管理系统采用Uni-weixin、SpringBoot架构技术，前端以小程序页面呈现给用户，结合后台java语言使页面更加完善，后台使用MySQL数据库进行数据存储。该微信小程序主要设计并完成了管理过程中的用户注册登录、个人信息修改、民宿信息、民宿预订等功能。该微信小程序操作简便，界面设计简洁，不但可以基本满足本行业的日常管理工作，同时又可以有效减少人员成本和时间成本，为民宿预约管理工作提供了方便。</a:t>
            </a:r>
            <a:endParaRPr altLang="zh-CN" dirty="0"/>
          </a:p>
          <a:p>
            <a:r>
              <a:rPr altLang="zh-CN" dirty="0"/>
              <a:t>关键词：微信小程序民宿预约管理系统；java语言；springboot框架；</a:t>
            </a:r>
            <a:endParaRPr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67544" y="116632"/>
            <a:ext cx="8229600" cy="979512"/>
          </a:xfrm>
        </p:spPr>
        <p:txBody>
          <a:bodyPr/>
          <a:lstStyle/>
          <a:p>
            <a:pPr algn="l"/>
            <a:r>
              <a:rPr lang="zh-CN" altLang="en-US" dirty="0" smtClean="0"/>
              <a:t> 课题研究背景</a:t>
            </a:r>
            <a:endParaRPr lang="zh-CN" altLang="en-US" dirty="0" smtClean="0"/>
          </a:p>
        </p:txBody>
      </p:sp>
      <p:sp>
        <p:nvSpPr>
          <p:cNvPr id="2" name="内容占位符 1"/>
          <p:cNvSpPr>
            <a:spLocks noGrp="1"/>
          </p:cNvSpPr>
          <p:nvPr>
            <p:ph idx="1"/>
          </p:nvPr>
        </p:nvSpPr>
        <p:spPr>
          <a:xfrm>
            <a:off x="251520" y="1052736"/>
            <a:ext cx="8640959" cy="4680520"/>
          </a:xfrm>
        </p:spPr>
        <p:txBody>
          <a:bodyPr>
            <a:noAutofit/>
          </a:bodyPr>
          <a:lstStyle/>
          <a:p>
            <a:r>
              <a:rPr lang="zh-CN" altLang="zh-CN" sz="2000" dirty="0"/>
              <a:t> 近年来，由于计算机技术和互联网技术的飞速发展，所以各企事业单位内部的发展趋势是数字化、信息化、无纸化，随着这一趋势，而各种决策小程序、辅助小程序也就应运而生了，其中，微信小程序是其中重要的组成部分[1]。</a:t>
            </a:r>
            <a:endParaRPr lang="zh-CN" altLang="zh-CN" sz="2000" dirty="0"/>
          </a:p>
          <a:p>
            <a:r>
              <a:rPr lang="zh-CN" altLang="zh-CN" sz="2000" dirty="0"/>
              <a:t>民宿预约管理工作向来都是在生活中不可或缺的一部分，然而多年以来人们大都习惯使用传统方法，即人工来完成民宿信息、民宿预订的管理，但是这种方法存在着工作效率低以及保密性差的问题，同时还会生成大量的文本和数据，在检索数据时极大不便。随着科技发展进步，我们已进入了信息化社会，仅仅依靠传统的表格管理方式已不能适应时代的要求。因此使用计算机来进行接手传统方式已经势在必行[2]。</a:t>
            </a:r>
            <a:endParaRPr lang="zh-CN" altLang="zh-CN" sz="2000" dirty="0"/>
          </a:p>
          <a:p>
            <a:r>
              <a:rPr lang="zh-CN" altLang="zh-CN" sz="2000" dirty="0"/>
              <a:t>而通过计算机技术来实现的微信小程序民宿预约管理系统拥有对信息的快速检索、保存了大量的信息、信息系统保存的稳定性高和维护成本低等优点，对民宿预约管理的工作效率也能提高。如今，传统的人工管理方法、文件和图表打印等信息传输方法已经不能满足当下民宿预约管理的发展需求，计算机科学与互联网技术的蓬勃发展，颠覆了人们的生活以及思维方式。微信小程序民宿预约管理系统的出现，利用信息技术将民宿预约管理融于网络平台中，成为提高管理水平的有利手段，将会成为未来发展的新模式[3]。</a:t>
            </a:r>
            <a:endParaRPr lang="zh-CN" altLang="zh-CN"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67544" y="404664"/>
            <a:ext cx="7024744" cy="1143000"/>
          </a:xfrm>
        </p:spPr>
        <p:txBody>
          <a:bodyPr/>
          <a:lstStyle/>
          <a:p>
            <a:pPr algn="l"/>
            <a:r>
              <a:rPr lang="zh-CN" altLang="en-US" dirty="0" smtClean="0"/>
              <a:t>微信小程序意义介绍</a:t>
            </a:r>
            <a:endParaRPr lang="zh-CN" altLang="en-US" dirty="0" smtClean="0"/>
          </a:p>
        </p:txBody>
      </p:sp>
      <p:sp>
        <p:nvSpPr>
          <p:cNvPr id="4" name="矩形 3"/>
          <p:cNvSpPr/>
          <p:nvPr/>
        </p:nvSpPr>
        <p:spPr>
          <a:xfrm>
            <a:off x="539552" y="1700807"/>
            <a:ext cx="7992888" cy="4246245"/>
          </a:xfrm>
          <a:prstGeom prst="rect">
            <a:avLst/>
          </a:prstGeom>
        </p:spPr>
        <p:txBody>
          <a:bodyPr wrap="square">
            <a:spAutoFit/>
          </a:bodyPr>
          <a:lstStyle/>
          <a:p>
            <a:r>
              <a:rPr altLang="zh-CN" dirty="0"/>
              <a:t> 如今微信已是亚洲地区最大用户群体的移动即时社交通信软件，并且微信已不止社交这么简单，它包含了生活、支付、娱乐、媒体等人们生活中经常用到的多种服务。第一个微信小程序于2017年1月问世，便是利用微信官方提供的服务接口而生的最新的应用技术[4]。微信的这项功能是开放申请的，无论是个人还是政府、媒体或其他组织都可以申请注册并开发小程序，并且微信官方提供了一套专门的开发工具给开发者。微信的小程序和订阅号、服务号和公众号是并行体系，它们有些像，但又不一样。微信之父张小龙表示：现在太多人做公众号而非APP，于是导致现在微信公众号变成了一个媒体化的平台，但是我们的本意并非如此，我们想要提供服务而不是传播推广信息，于是就有了小程序。在手机应用层出不穷且手机存储能力有限的今天，微信小程序作为一种轻度云端应用正好符合了目前人们的需求。根据微信官方的说法，小程序是一种不需要下载安装即可使用的应用，它实现了应用“触手可及＂的梦想，用户扫一扫或者搜一下即可打开应用。应用将无处不在，随时可用，但又无须安装卸载[5]。可以说未来随着网络和云的发展，手机应用程序将不再局限于本地模式，而是逐渐向着云端体验进化。</a:t>
            </a:r>
            <a:endParaRPr altLang="zh-C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545015" y="426319"/>
            <a:ext cx="7024744" cy="1143000"/>
          </a:xfrm>
        </p:spPr>
        <p:txBody>
          <a:bodyPr/>
          <a:p>
            <a:r>
              <a:t>国内外研究现状</a:t>
            </a:r>
          </a:p>
        </p:txBody>
      </p:sp>
      <p:sp>
        <p:nvSpPr>
          <p:cNvPr id="100" name="文本框 99"/>
          <p:cNvSpPr txBox="1"/>
          <p:nvPr/>
        </p:nvSpPr>
        <p:spPr>
          <a:xfrm>
            <a:off x="346075" y="1622425"/>
            <a:ext cx="7901305" cy="4707890"/>
          </a:xfrm>
          <a:prstGeom prst="rect">
            <a:avLst/>
          </a:prstGeom>
          <a:noFill/>
          <a:ln w="9525">
            <a:noFill/>
          </a:ln>
        </p:spPr>
        <p:txBody>
          <a:bodyPr wrap="square">
            <a:spAutoFit/>
          </a:bodyPr>
          <a:p>
            <a:pPr indent="304800"/>
            <a:r>
              <a:rPr sz="2000" b="0"/>
              <a:t>在国外，微信小程序民宿预约管理系统管理技术，早已变成了一款非常成熟的技术，那各种各样的针对广大用户的微信小程序民宿预约管理系统也随即出现，在当时来讲数据库是一个很大的问题，因此为了整体的提高工作状态，当时的开发者又根据具体的情况开发出了存储型的软件。此时的软件有了各方面技术的支撑，其中最主要的一点就是该软件借助了很多通讯的技术，而且集合了交叉了很多学科。由于系统工程融入了当时非常成熟的技术，所以这个时期的微信小程序民宿预约管理系统都更加的安全，系统维护起来也更有保障[6]。</a:t>
            </a:r>
            <a:endParaRPr sz="2000" b="0"/>
          </a:p>
          <a:p>
            <a:pPr indent="304800"/>
            <a:r>
              <a:rPr sz="2000" b="0"/>
              <a:t>在我国，微信小程序民宿预约管理系统的理论研究已经很深入了，以促进用户全面发展为指导思想，形成了社会规范化的微信小程序民宿预约管理系统机制。我国技术人数目众多，对微信小程序民宿预约管理系统管理也有了非常丰富的经验成果：一是从科学管理入手，将微信小程序民宿预约管理系统与其它主题结合；二是寻求微信小程序民宿预约管理系统的创新点，比如采用新的管理技术手段来有效地进行微信小程序民宿预约管理系统。</a:t>
            </a:r>
            <a:endParaRPr sz="2000" b="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39552" y="332656"/>
            <a:ext cx="8229600" cy="1123528"/>
          </a:xfrm>
        </p:spPr>
        <p:txBody>
          <a:bodyPr/>
          <a:lstStyle/>
          <a:p>
            <a:pPr algn="l"/>
            <a:r>
              <a:rPr lang="zh-CN" altLang="en-US" sz="4400" dirty="0" smtClean="0"/>
              <a:t>springboot框架介绍</a:t>
            </a:r>
            <a:endParaRPr lang="zh-CN" altLang="en-US" sz="4400" dirty="0" smtClean="0"/>
          </a:p>
        </p:txBody>
      </p:sp>
      <p:sp>
        <p:nvSpPr>
          <p:cNvPr id="4" name="内容占位符 3"/>
          <p:cNvSpPr>
            <a:spLocks noGrp="1"/>
          </p:cNvSpPr>
          <p:nvPr>
            <p:ph idx="1"/>
          </p:nvPr>
        </p:nvSpPr>
        <p:spPr>
          <a:xfrm>
            <a:off x="683568" y="1484784"/>
            <a:ext cx="7920880" cy="4608511"/>
          </a:xfrm>
        </p:spPr>
        <p:txBody>
          <a:bodyPr>
            <a:normAutofit/>
          </a:bodyPr>
          <a:lstStyle/>
          <a:p>
            <a:r>
              <a:rPr altLang="zh-CN" dirty="0"/>
              <a:t>Spring Boot的开发团队来自美国的Pivotal公司，是2013年研发的免费、轻量级、开源的系统框架。它集合、默认了许多框架的使用方法，是基于原有的框架的功能的又一次进化，所以从这个角度看，它就又是一个旧的框架。</a:t>
            </a:r>
            <a:endParaRPr altLang="zh-CN" dirty="0"/>
          </a:p>
          <a:p>
            <a:r>
              <a:rPr altLang="zh-CN" dirty="0"/>
              <a:t>Spring boot有以下几个特点：低嵌入式设计，代码污染性低；不是只局限于Spring，开发者可以随意的选择Spring框架的任意几个部分；使程序的测试变得更加简单与方便；没有独立的Web服务器需要，所以不再需要启动Tomcat，Glass Fish。</a:t>
            </a:r>
            <a:endParaRPr altLang="zh-C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1628800"/>
            <a:ext cx="7920880" cy="4752528"/>
          </a:xfrm>
        </p:spPr>
        <p:txBody>
          <a:bodyPr>
            <a:normAutofit lnSpcReduction="20000"/>
          </a:bodyPr>
          <a:lstStyle/>
          <a:p>
            <a:r>
              <a:rPr lang="zh-CN" altLang="zh-CN" dirty="0"/>
              <a:t>Java 最大的两个特点就是功能强大和简单易用。Java可以让程序员进行复杂的编程而不必为储存管理对象等问题所烦恼，把精力和时间更多的放在研发与设计上，极大地提高了开发者的工作效率和工作热情。</a:t>
            </a:r>
            <a:endParaRPr lang="zh-CN" altLang="zh-CN" dirty="0"/>
          </a:p>
        </p:txBody>
      </p:sp>
      <p:sp>
        <p:nvSpPr>
          <p:cNvPr id="4" name="标题 2"/>
          <p:cNvSpPr>
            <a:spLocks noGrp="1"/>
          </p:cNvSpPr>
          <p:nvPr>
            <p:ph type="title"/>
          </p:nvPr>
        </p:nvSpPr>
        <p:spPr>
          <a:xfrm>
            <a:off x="539552" y="332656"/>
            <a:ext cx="8229600" cy="1123528"/>
          </a:xfrm>
        </p:spPr>
        <p:txBody>
          <a:bodyPr/>
          <a:lstStyle/>
          <a:p>
            <a:pPr algn="l"/>
            <a:r>
              <a:rPr lang="zh-CN" altLang="en-US" sz="4400" dirty="0" smtClean="0"/>
              <a:t>Java介绍</a:t>
            </a:r>
            <a:endParaRPr lang="zh-CN" altLang="en-US" sz="4400" dirty="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67544" y="404664"/>
            <a:ext cx="7024744" cy="1143000"/>
          </a:xfrm>
        </p:spPr>
        <p:txBody>
          <a:bodyPr/>
          <a:lstStyle/>
          <a:p>
            <a:pPr algn="l"/>
            <a:r>
              <a:rPr lang="zh-CN" altLang="en-US" dirty="0" smtClean="0"/>
              <a:t>系统需求分析</a:t>
            </a:r>
            <a:endParaRPr lang="zh-CN" altLang="en-US" dirty="0" smtClean="0"/>
          </a:p>
        </p:txBody>
      </p:sp>
      <p:sp>
        <p:nvSpPr>
          <p:cNvPr id="5" name="Rectangle 18"/>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Rectangle 14"/>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0" name="文本框 99"/>
          <p:cNvSpPr txBox="1"/>
          <p:nvPr/>
        </p:nvSpPr>
        <p:spPr>
          <a:xfrm>
            <a:off x="708025" y="1547495"/>
            <a:ext cx="7747635" cy="6009005"/>
          </a:xfrm>
          <a:prstGeom prst="rect">
            <a:avLst/>
          </a:prstGeom>
          <a:noFill/>
          <a:ln w="9525">
            <a:noFill/>
          </a:ln>
        </p:spPr>
        <p:txBody>
          <a:bodyPr wrap="square">
            <a:noAutofit/>
          </a:bodyPr>
          <a:p>
            <a:pPr indent="304800"/>
            <a:r>
              <a:rPr lang="zh-CN" sz="2400" b="0">
                <a:solidFill>
                  <a:srgbClr val="000000"/>
                </a:solidFill>
                <a:latin typeface="Times New Roman" panose="02020603050405020304" charset="0"/>
                <a:ea typeface="宋体" panose="02010600030101010101" pitchFamily="2" charset="-122"/>
              </a:rPr>
              <a:t>在当今的社会生活中，互联网已经变得非常普遍和重要。充分利用互联网大数据等技术可以解决很多问题。目前，民宿预约管理也面临着自身的问题。根据这一普遍现象，该系统可以很好地解决这些问题[7]。系统中这二类用户的数据在系统中非常关键，因此系统数据应该被组织起来，因为数据是以某种格式存储的，而不是无序的。其概念是，它可以根据长期稳定的格式在计算机内存中共享。数据库管理系统主要用于保存、修改和添加索引数据以及设置数据库。为了确保系统数据管理的顺利进行，一些有能力的处理器可以在不需要专业人员处理的情况下管理数据。创建数据表时，可以调整、重新组织和重建数据表中的数据，以确保数据可靠性。在数据库系统设计中，MySQL主要用于实现数据的集中管理。各方面表现良好[8]。</a:t>
            </a:r>
            <a:endParaRPr lang="zh-CN" sz="2400" b="0">
              <a:solidFill>
                <a:srgbClr val="000000"/>
              </a:solidFill>
              <a:latin typeface="Times New Roman" panose="02020603050405020304" charset="0"/>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67544" y="404664"/>
            <a:ext cx="7024744" cy="1143000"/>
          </a:xfrm>
        </p:spPr>
        <p:txBody>
          <a:bodyPr/>
          <a:lstStyle/>
          <a:p>
            <a:pPr algn="l"/>
            <a:r>
              <a:rPr lang="zh-CN" altLang="en-US" dirty="0" smtClean="0">
                <a:sym typeface="+mn-ea"/>
              </a:rPr>
              <a:t>管理员登录图</a:t>
            </a:r>
            <a:r>
              <a:rPr lang="zh-CN" altLang="en-US" dirty="0" smtClean="0"/>
              <a:t>：</a:t>
            </a:r>
            <a:endParaRPr lang="zh-CN" altLang="en-US" dirty="0"/>
          </a:p>
        </p:txBody>
      </p:sp>
      <p:pic>
        <p:nvPicPr>
          <p:cNvPr id="4" name="图片 10"/>
          <p:cNvPicPr>
            <a:picLocks noChangeAspect="1"/>
          </p:cNvPicPr>
          <p:nvPr/>
        </p:nvPicPr>
        <p:blipFill>
          <a:blip r:embed="rId1"/>
          <a:stretch>
            <a:fillRect/>
          </a:stretch>
        </p:blipFill>
        <p:spPr>
          <a:xfrm>
            <a:off x="555625" y="1579880"/>
            <a:ext cx="7990205" cy="4940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39552" y="404664"/>
            <a:ext cx="7024744" cy="1143000"/>
          </a:xfrm>
        </p:spPr>
        <p:txBody>
          <a:bodyPr/>
          <a:lstStyle/>
          <a:p>
            <a:pPr algn="l"/>
            <a:r>
              <a:rPr lang="zh-CN" altLang="en-US" dirty="0" smtClean="0"/>
              <a:t>系统测试</a:t>
            </a:r>
            <a:endParaRPr lang="zh-CN" altLang="en-US" dirty="0" smtClean="0"/>
          </a:p>
        </p:txBody>
      </p:sp>
      <p:sp>
        <p:nvSpPr>
          <p:cNvPr id="4" name="内容占位符 3"/>
          <p:cNvSpPr>
            <a:spLocks noGrp="1"/>
          </p:cNvSpPr>
          <p:nvPr>
            <p:ph idx="1"/>
          </p:nvPr>
        </p:nvSpPr>
        <p:spPr>
          <a:xfrm>
            <a:off x="539552" y="1772816"/>
            <a:ext cx="8064896" cy="4680520"/>
          </a:xfrm>
        </p:spPr>
        <p:txBody>
          <a:bodyPr>
            <a:normAutofit lnSpcReduction="10000"/>
          </a:bodyPr>
          <a:lstStyle/>
          <a:p>
            <a:r>
              <a:rPr lang="zh-CN" altLang="zh-CN" dirty="0"/>
              <a:t>系统测试紧随集成测试之后。系统测试将通过集成测试的部分作为整个系统的一部分。与电子设备的各种软硬件一起，通过实际操作来检测，在模拟的实际环境中是否存在误差。需要将系统测试与计划的理想情况进行比较，并找出与预期不同的地方。通过设计师的分析确定如何修改。在软件的实际操作过程中，会出现很多意想不到的错误，测试人员可能无法在第一时间解决问题。因此，系统测试应尽量在实际操作下进行，以达到更好的测试目的。</a:t>
            </a:r>
            <a:endParaRPr lang="zh-CN" altLang="zh-C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    结 论	</a:t>
            </a:r>
            <a:endParaRPr lang="zh-CN" altLang="en-US"/>
          </a:p>
        </p:txBody>
      </p:sp>
      <p:sp>
        <p:nvSpPr>
          <p:cNvPr id="100" name="文本框 99"/>
          <p:cNvSpPr txBox="1"/>
          <p:nvPr/>
        </p:nvSpPr>
        <p:spPr>
          <a:xfrm>
            <a:off x="1834515" y="2230755"/>
            <a:ext cx="6233795" cy="2306955"/>
          </a:xfrm>
          <a:prstGeom prst="rect">
            <a:avLst/>
          </a:prstGeom>
          <a:noFill/>
          <a:ln w="9525">
            <a:noFill/>
          </a:ln>
        </p:spPr>
        <p:txBody>
          <a:bodyPr wrap="square">
            <a:spAutoFit/>
          </a:bodyPr>
          <a:p>
            <a:pPr indent="306070"/>
            <a:r>
              <a:rPr sz="1600" b="0">
                <a:latin typeface="Times New Roman" panose="02020603050405020304" charset="0"/>
              </a:rPr>
              <a:t>通过本次毕业设计对微信小程序民宿预约管理系统的设计与实现，让我能够将所学的一个个知识联系起来形成了一个整体，对于整个系统的运行流程有了一个清楚的认识。从前端通过接口请求数据到后端控制层调用业务层再到数据库访问层对数据库进行查找，然后将数据进行封装后一个一个层传输最后到前端以及后端进行显示的过程中，每一个流程都需要仔细的分析调试。在这之间，也遇到了许许多多的困难，走了很多的弯路，但正是因为克服了这些困难，才能开发出这个系统，实现对民宿预约的电子化管理，提高了工作的效率。</a:t>
            </a:r>
            <a:endParaRPr sz="1600" b="0">
              <a:latin typeface="Times New Roman" panose="0202060305040502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39552" y="476672"/>
            <a:ext cx="7024744" cy="1143000"/>
          </a:xfrm>
        </p:spPr>
        <p:txBody>
          <a:bodyPr/>
          <a:lstStyle/>
          <a:p>
            <a:pPr algn="l"/>
            <a:r>
              <a:rPr lang="zh-CN" altLang="en-US" dirty="0" smtClean="0"/>
              <a:t>参考文献：</a:t>
            </a:r>
            <a:endParaRPr lang="zh-CN" altLang="en-US" dirty="0"/>
          </a:p>
        </p:txBody>
      </p:sp>
      <p:sp>
        <p:nvSpPr>
          <p:cNvPr id="2" name="内容占位符 1"/>
          <p:cNvSpPr>
            <a:spLocks noGrp="1"/>
          </p:cNvSpPr>
          <p:nvPr>
            <p:ph idx="1"/>
          </p:nvPr>
        </p:nvSpPr>
        <p:spPr>
          <a:xfrm>
            <a:off x="395537" y="1988840"/>
            <a:ext cx="8208912" cy="4392488"/>
          </a:xfrm>
        </p:spPr>
        <p:txBody>
          <a:bodyPr>
            <a:normAutofit fontScale="70000"/>
          </a:bodyPr>
          <a:lstStyle/>
          <a:p>
            <a:r>
              <a:rPr altLang="zh-CN" dirty="0"/>
              <a:t>[1]罗旭.宜宾一微信小程序的志愿者管理系统设计与实现[D].电子科技大学,2020.</a:t>
            </a:r>
            <a:endParaRPr altLang="zh-CN" dirty="0"/>
          </a:p>
          <a:p>
            <a:r>
              <a:rPr altLang="zh-CN" dirty="0"/>
              <a:t>[2]吴丽娟. 基于springboot的贵州省财政学校人事管理系统设计与实现[D]. 厦门大学, 2019.</a:t>
            </a:r>
            <a:endParaRPr altLang="zh-CN" dirty="0"/>
          </a:p>
          <a:p>
            <a:r>
              <a:rPr altLang="zh-CN" dirty="0"/>
              <a:t>[3]陈键.基于java和MySQL的酒店预订管理系统的设计[J].电脑与信息技术,2020, 	06:48-49.</a:t>
            </a:r>
            <a:endParaRPr altLang="zh-CN" dirty="0"/>
          </a:p>
          <a:p>
            <a:r>
              <a:rPr altLang="zh-CN" dirty="0"/>
              <a:t>[4]崔炜.基于PowerBuilder社区管理系统的研究与实现[J].清远职业技术学院学报,2020,06:63-66.</a:t>
            </a:r>
            <a:endParaRPr altLang="zh-CN" dirty="0"/>
          </a:p>
          <a:p>
            <a:r>
              <a:rPr altLang="zh-CN" dirty="0"/>
              <a:t>[5]刘立. MVVM 模式分析与应用[J].微型电脑应用, 2019, 8(12): 57-60.</a:t>
            </a:r>
            <a:endParaRPr altLang="zh-CN" dirty="0"/>
          </a:p>
          <a:p>
            <a:r>
              <a:rPr altLang="zh-CN" dirty="0"/>
              <a:t>[6]王志任.基于java的开发平台的设计与实现[D].广东工业大学,2020</a:t>
            </a:r>
            <a:endParaRPr altLang="zh-CN" dirty="0"/>
          </a:p>
          <a:p>
            <a:r>
              <a:rPr altLang="zh-CN" dirty="0"/>
              <a:t>[7]刘敏.基于springboot框架社交网络平台的设计与实现[D].湖南大学,2021.</a:t>
            </a:r>
            <a:endParaRPr altLang="zh-CN" dirty="0"/>
          </a:p>
          <a:p>
            <a:r>
              <a:rPr altLang="zh-CN" dirty="0"/>
              <a:t>[8]姜萍.基于MySql的房地产销售管理系统设计与开发[D].吉林大学,2020.</a:t>
            </a:r>
            <a:endParaRPr altLang="zh-CN" dirty="0"/>
          </a:p>
          <a:p>
            <a:r>
              <a:rPr altLang="zh-CN" dirty="0"/>
              <a:t>[9]颜清,苗壮,赖鑫生,等.大数据时代关系数据库MySQL的创新与发展[J].科技风,	2020(20):75-76.</a:t>
            </a:r>
            <a:endParaRPr altLang="zh-C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2267744" y="2204864"/>
            <a:ext cx="5256584" cy="1252728"/>
          </a:xfrm>
        </p:spPr>
        <p:txBody>
          <a:bodyPr/>
          <a:lstStyle/>
          <a:p>
            <a:r>
              <a:rPr lang="zh-CN" altLang="en-US" dirty="0" smtClean="0"/>
              <a:t>谢谢大家！</a:t>
            </a:r>
            <a:endParaRPr lang="zh-CN" altLang="en-US" dirty="0"/>
          </a:p>
        </p:txBody>
      </p:sp>
    </p:spTree>
  </p:cSld>
  <p:clrMapOvr>
    <a:masterClrMapping/>
  </p:clrMapOvr>
</p:sld>
</file>

<file path=ppt/tags/tag1.xml><?xml version="1.0" encoding="utf-8"?>
<p:tagLst xmlns:p="http://schemas.openxmlformats.org/presentationml/2006/main">
  <p:tag name="KSO_WPP_MARK_KEY" val="cefe5a96-e08d-4e11-846a-6142b517ec16"/>
  <p:tag name="COMMONDATA" val="eyJoZGlkIjoiMGE5NzBjMjI3YTFmYWRmODM5OWI5M2IxYmJhMWVlODkifQ=="/>
  <p:tag name="commondata" val="eyJoZGlkIjoiNDdlMDJkMWY0NzMwOTMyNjM3YWM1MjE4YWZjMjliZmIifQ=="/>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奥斯汀">
  <a:themeElements>
    <a:clrScheme name="奥斯汀">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奥斯汀">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奥斯汀">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Austin</Template>
  <TotalTime>0</TotalTime>
  <Words>3694</Words>
  <Application>WPS 演示</Application>
  <PresentationFormat>全屏显示(4:3)</PresentationFormat>
  <Paragraphs>60</Paragraphs>
  <Slides>13</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13</vt:i4>
      </vt:variant>
    </vt:vector>
  </HeadingPairs>
  <TitlesOfParts>
    <vt:vector size="24" baseType="lpstr">
      <vt:lpstr>Arial</vt:lpstr>
      <vt:lpstr>宋体</vt:lpstr>
      <vt:lpstr>Wingdings</vt:lpstr>
      <vt:lpstr>Wingdings 2</vt:lpstr>
      <vt:lpstr>Times New Roman</vt:lpstr>
      <vt:lpstr>Century Gothic</vt:lpstr>
      <vt:lpstr>幼圆</vt:lpstr>
      <vt:lpstr>微软雅黑</vt:lpstr>
      <vt:lpstr>Arial Unicode MS</vt:lpstr>
      <vt:lpstr>Calibri</vt:lpstr>
      <vt:lpstr>奥斯汀</vt:lpstr>
      <vt:lpstr>springboot大学生体测管理系统PPT </vt:lpstr>
      <vt:lpstr>摘要：</vt:lpstr>
      <vt:lpstr>课题的背景</vt:lpstr>
      <vt:lpstr>开发课题的意义及作用</vt:lpstr>
      <vt:lpstr>论文的结构</vt:lpstr>
      <vt:lpstr>springboot框架</vt:lpstr>
      <vt:lpstr>Java语言简介</vt:lpstr>
      <vt:lpstr>MySQL数据库简介</vt:lpstr>
      <vt:lpstr>管理员登录图：</vt:lpstr>
      <vt:lpstr>系统测试的目的</vt:lpstr>
      <vt:lpstr>    结 论	</vt:lpstr>
      <vt:lpstr>参考文献：</vt:lpstr>
      <vt:lpstr>谢谢大家！</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Php哈捷美食城网上订餐系统 </dc:title>
  <dc:creator>ASUS</dc:creator>
  <cp:lastModifiedBy>WPS_1697458545</cp:lastModifiedBy>
  <cp:revision>47</cp:revision>
  <dcterms:created xsi:type="dcterms:W3CDTF">2016-04-04T06:35:00Z</dcterms:created>
  <dcterms:modified xsi:type="dcterms:W3CDTF">2024-02-26T15:32:14Z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2052-12.1.0.16388</vt:lpwstr>
  </property>
  <property fmtid="{D5CDD505-2E9C-101B-9397-08002B2CF9AE}" pid="3" name="ICV">
    <vt:lpwstr>7659CFD7C2844CC59F56BE39E95C9EE9</vt:lpwstr>
  </property>
</Properties>
</file>